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Source Code Pro"/>
      <p:regular r:id="rId15"/>
      <p:bold r:id="rId16"/>
      <p:italic r:id="rId17"/>
      <p:boldItalic r:id="rId18"/>
    </p:embeddedFont>
    <p:embeddedFont>
      <p:font typeface="Oswa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regular.fntdata"/><Relationship Id="rId14" Type="http://schemas.openxmlformats.org/officeDocument/2006/relationships/slide" Target="slides/slide9.xml"/><Relationship Id="rId17" Type="http://schemas.openxmlformats.org/officeDocument/2006/relationships/font" Target="fonts/SourceCodePro-italic.fntdata"/><Relationship Id="rId16" Type="http://schemas.openxmlformats.org/officeDocument/2006/relationships/font" Target="fonts/SourceCodePr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regular.fntdata"/><Relationship Id="rId6" Type="http://schemas.openxmlformats.org/officeDocument/2006/relationships/slide" Target="slides/slide1.xml"/><Relationship Id="rId18" Type="http://schemas.openxmlformats.org/officeDocument/2006/relationships/font" Target="fonts/SourceCodePr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048202a511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048202a51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0900613c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0900613c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0900613ce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0900613ce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900613ce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0900613ce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970f68f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0970f68f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970f68f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0970f68f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970f68f8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970f68f8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970f68f8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970f68f8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Summer Internship at the Cancer Institute of New Jersey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Prerna Shukla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516075" y="4360025"/>
            <a:ext cx="61203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May 2024-October 2024</a:t>
            </a:r>
            <a:endParaRPr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Work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Worked as a Summer Intern from May 2024 to October 2024.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Contributed to multiple </a:t>
            </a:r>
            <a:r>
              <a:rPr lang="en"/>
              <a:t>projects</a:t>
            </a:r>
            <a:r>
              <a:rPr lang="en"/>
              <a:t> involving data automation and system verification.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Gained hands-on experience with medical data processing and S3 system management.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Internship Goals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Gain practical experience in developing software solutions to streamline data workflows.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Apply programming skills to real-world problems involving data automation and system verification.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Collaborate with a team to contribute to impactful projects, while enhancing technical and problem-solving abilities.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1: </a:t>
            </a:r>
            <a:r>
              <a:rPr lang="en"/>
              <a:t>BioBERT based -</a:t>
            </a:r>
            <a:r>
              <a:rPr lang="en"/>
              <a:t> BIEMPA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Objective: Automate the extraction and transformation of medical reports for analysis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Tools Used: Java, JSON, CSV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Contribution: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Developed Java programs that parsed and converted medical reports into JSON </a:t>
            </a:r>
            <a:r>
              <a:rPr lang="en"/>
              <a:t>format</a:t>
            </a:r>
            <a:r>
              <a:rPr lang="en"/>
              <a:t> to feed deep learning pipeline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Further transformed JSON data into CSV format, enhancing usability for analysis</a:t>
            </a:r>
            <a:r>
              <a:rPr lang="en"/>
              <a:t> and facilitating data engineering between modules in the workflow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Challenges: 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Ensuring accurate transformation of complex data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Outcome: Reduced manual data extraction effort and improved efficiency of data processing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2: OnBase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Objective</a:t>
            </a:r>
            <a:r>
              <a:rPr lang="en"/>
              <a:t>: Coded a </a:t>
            </a:r>
            <a:r>
              <a:rPr lang="en"/>
              <a:t>module</a:t>
            </a:r>
            <a:r>
              <a:rPr lang="en"/>
              <a:t> that will be regularly executed in daily medical data transfer which assesses transfer integrity and feeds data ETL for data linkage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Tools Used: Python, S3, MD5 checksum, logging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Contribution: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Developed Python code to connect to and operates on </a:t>
            </a:r>
            <a:r>
              <a:rPr lang="en"/>
              <a:t>S3</a:t>
            </a:r>
            <a:r>
              <a:rPr lang="en"/>
              <a:t>-compatible buckets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Verified image existence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Established processing milestones by </a:t>
            </a:r>
            <a:r>
              <a:rPr lang="en"/>
              <a:t>appending</a:t>
            </a:r>
            <a:r>
              <a:rPr lang="en"/>
              <a:t> to a central log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Generated logs and set up email alerts for process monitoring 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Challenges: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Ensuring accurate verification of images and smooth file transfer to server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Outcome: Streamlined bucket processing, significantly reducing manual checks and improved data handling efficiency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Learnings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Technical Skills: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Advanced my skills in Java and Python.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Learned about data transformation and integrity validation.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Gained experience in automating workflows for large-scale data management.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Soft Skills: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Problem-solving and overcoming challenges with data complexity.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Improved communication with mentors and team members.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and Achievements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Impact: Developed stronger technical capabilities, especially in automating data workflows.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Team Impact: The automated systems I built improved data processing efficiency and significantly reduced manual efforts.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Acknowledgements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Thank you to my team and especially to Dr. Wenjin Chen for the opportunity to learn and to work at the Cancer Institute of New Jersey this summer.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Goals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Short-term: Continue to develop my technical skills, focusing on data automation and integrity.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Long-term: Apply these </a:t>
            </a:r>
            <a:r>
              <a:rPr lang="en"/>
              <a:t>skills</a:t>
            </a:r>
            <a:r>
              <a:rPr lang="en"/>
              <a:t> in future projects and internships, particularly in fields like machine learning and AI.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